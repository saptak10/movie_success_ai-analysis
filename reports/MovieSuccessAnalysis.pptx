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21"/>
  </p:notesMasterIdLst>
  <p:handoutMasterIdLst>
    <p:handoutMasterId r:id="rId22"/>
  </p:handoutMasterIdLst>
  <p:sldIdLst>
    <p:sldId id="306" r:id="rId2"/>
    <p:sldId id="307" r:id="rId3"/>
    <p:sldId id="309" r:id="rId4"/>
    <p:sldId id="325" r:id="rId5"/>
    <p:sldId id="310" r:id="rId6"/>
    <p:sldId id="311" r:id="rId7"/>
    <p:sldId id="313" r:id="rId8"/>
    <p:sldId id="312" r:id="rId9"/>
    <p:sldId id="314" r:id="rId10"/>
    <p:sldId id="315" r:id="rId11"/>
    <p:sldId id="316" r:id="rId12"/>
    <p:sldId id="317" r:id="rId13"/>
    <p:sldId id="318" r:id="rId14"/>
    <p:sldId id="319" r:id="rId15"/>
    <p:sldId id="320" r:id="rId16"/>
    <p:sldId id="322" r:id="rId17"/>
    <p:sldId id="323" r:id="rId18"/>
    <p:sldId id="324" r:id="rId19"/>
    <p:sldId id="326" r:id="rId20"/>
  </p:sldIdLst>
  <p:sldSz cx="9144000" cy="5143500" type="screen16x9"/>
  <p:notesSz cx="6858000" cy="9144000"/>
  <p:defaultTextStyle>
    <a:defPPr>
      <a:defRPr lang="de-DE"/>
    </a:defPPr>
    <a:lvl1pPr algn="ctr" rtl="0" eaLnBrk="0" fontAlgn="base" hangingPunct="0">
      <a:spcBef>
        <a:spcPct val="0"/>
      </a:spcBef>
      <a:spcAft>
        <a:spcPct val="0"/>
      </a:spcAft>
      <a:defRPr sz="2400" kern="1200">
        <a:solidFill>
          <a:srgbClr val="000000"/>
        </a:solidFill>
        <a:latin typeface="Lucida Grande CY" charset="-52"/>
        <a:ea typeface="ヒラギノ角ゴ Pro W3" charset="-128"/>
        <a:cs typeface="ヒラギノ角ゴ Pro W3" charset="-128"/>
      </a:defRPr>
    </a:lvl1pPr>
    <a:lvl2pPr marL="457200" algn="ctr" rtl="0" eaLnBrk="0" fontAlgn="base" hangingPunct="0">
      <a:spcBef>
        <a:spcPct val="0"/>
      </a:spcBef>
      <a:spcAft>
        <a:spcPct val="0"/>
      </a:spcAft>
      <a:defRPr sz="2400" kern="1200">
        <a:solidFill>
          <a:srgbClr val="000000"/>
        </a:solidFill>
        <a:latin typeface="Lucida Grande CY" charset="-52"/>
        <a:ea typeface="ヒラギノ角ゴ Pro W3" charset="-128"/>
        <a:cs typeface="ヒラギノ角ゴ Pro W3" charset="-128"/>
      </a:defRPr>
    </a:lvl2pPr>
    <a:lvl3pPr marL="914400" algn="ctr" rtl="0" eaLnBrk="0" fontAlgn="base" hangingPunct="0">
      <a:spcBef>
        <a:spcPct val="0"/>
      </a:spcBef>
      <a:spcAft>
        <a:spcPct val="0"/>
      </a:spcAft>
      <a:defRPr sz="2400" kern="1200">
        <a:solidFill>
          <a:srgbClr val="000000"/>
        </a:solidFill>
        <a:latin typeface="Lucida Grande CY" charset="-52"/>
        <a:ea typeface="ヒラギノ角ゴ Pro W3" charset="-128"/>
        <a:cs typeface="ヒラギノ角ゴ Pro W3" charset="-128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2400" kern="1200">
        <a:solidFill>
          <a:srgbClr val="000000"/>
        </a:solidFill>
        <a:latin typeface="Lucida Grande CY" charset="-52"/>
        <a:ea typeface="ヒラギノ角ゴ Pro W3" charset="-128"/>
        <a:cs typeface="ヒラギノ角ゴ Pro W3" charset="-128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2400" kern="1200">
        <a:solidFill>
          <a:srgbClr val="000000"/>
        </a:solidFill>
        <a:latin typeface="Lucida Grande CY" charset="-52"/>
        <a:ea typeface="ヒラギノ角ゴ Pro W3" charset="-128"/>
        <a:cs typeface="ヒラギノ角ゴ Pro W3" charset="-128"/>
      </a:defRPr>
    </a:lvl5pPr>
    <a:lvl6pPr marL="2286000" algn="l" defTabSz="457200" rtl="0" eaLnBrk="1" latinLnBrk="0" hangingPunct="1">
      <a:defRPr sz="2400" kern="1200">
        <a:solidFill>
          <a:srgbClr val="000000"/>
        </a:solidFill>
        <a:latin typeface="Lucida Grande CY" charset="-52"/>
        <a:ea typeface="ヒラギノ角ゴ Pro W3" charset="-128"/>
        <a:cs typeface="ヒラギノ角ゴ Pro W3" charset="-128"/>
      </a:defRPr>
    </a:lvl6pPr>
    <a:lvl7pPr marL="2743200" algn="l" defTabSz="457200" rtl="0" eaLnBrk="1" latinLnBrk="0" hangingPunct="1">
      <a:defRPr sz="2400" kern="1200">
        <a:solidFill>
          <a:srgbClr val="000000"/>
        </a:solidFill>
        <a:latin typeface="Lucida Grande CY" charset="-52"/>
        <a:ea typeface="ヒラギノ角ゴ Pro W3" charset="-128"/>
        <a:cs typeface="ヒラギノ角ゴ Pro W3" charset="-128"/>
      </a:defRPr>
    </a:lvl7pPr>
    <a:lvl8pPr marL="3200400" algn="l" defTabSz="457200" rtl="0" eaLnBrk="1" latinLnBrk="0" hangingPunct="1">
      <a:defRPr sz="2400" kern="1200">
        <a:solidFill>
          <a:srgbClr val="000000"/>
        </a:solidFill>
        <a:latin typeface="Lucida Grande CY" charset="-52"/>
        <a:ea typeface="ヒラギノ角ゴ Pro W3" charset="-128"/>
        <a:cs typeface="ヒラギノ角ゴ Pro W3" charset="-128"/>
      </a:defRPr>
    </a:lvl8pPr>
    <a:lvl9pPr marL="3657600" algn="l" defTabSz="457200" rtl="0" eaLnBrk="1" latinLnBrk="0" hangingPunct="1">
      <a:defRPr sz="2400" kern="1200">
        <a:solidFill>
          <a:srgbClr val="000000"/>
        </a:solidFill>
        <a:latin typeface="Lucida Grande CY" charset="-52"/>
        <a:ea typeface="ヒラギノ角ゴ Pro W3" charset="-128"/>
        <a:cs typeface="ヒラギノ角ゴ Pro W3" charset="-128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arko Berger" initials="MB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9B4"/>
    <a:srgbClr val="D14159"/>
    <a:srgbClr val="03305D"/>
    <a:srgbClr val="23A638"/>
    <a:srgbClr val="618FA7"/>
    <a:srgbClr val="951B81"/>
    <a:srgbClr val="009FE4"/>
    <a:srgbClr val="009EE1"/>
    <a:srgbClr val="77B828"/>
    <a:srgbClr val="0EA3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ittlere Formatvorlage 3 - Akz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ittlere Formatvorlage 4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9DCAF9ED-07DC-4A11-8D7F-57B35C25682E}" styleName="Mittlere Formatvorlage 1 - Akz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ittlere Formatvorlage 1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D7AC3CCA-C797-4891-BE02-D94E43425B78}" styleName="Mittlere Formatvorlag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Mittlere Formatvorlage 3 - Akz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C2FFA5D-87B4-456A-9821-1D502468CF0F}" styleName="Designformatvorlage 1 - Akz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93D81CF-94F2-401A-BA57-92F5A7B2D0C5}" styleName="Mittlere Formatvorlag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84E427A-3D55-4303-BF80-6455036E1DE7}" styleName="Designformatvorlage 1 - Akz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D113A9D2-9D6B-4929-AA2D-F23B5EE8CBE7}" styleName="Designformatvorlage 2 - Akz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75DCB02-9BB8-47FD-8907-85C794F793BA}" styleName="Designformatvorlage 1 - Akz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E3FDE45-AF77-4B5C-9715-49D594BDF05E}" styleName="Helle Formatvorlage 1 - Akz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16DA210-FB5B-4158-B5E0-FEB733F419BA}" styleName="Helle Formatvorlag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84" autoAdjust="0"/>
    <p:restoredTop sz="94641" autoAdjust="0"/>
  </p:normalViewPr>
  <p:slideViewPr>
    <p:cSldViewPr snapToObjects="1" showGuides="1">
      <p:cViewPr>
        <p:scale>
          <a:sx n="145" d="100"/>
          <a:sy n="145" d="100"/>
        </p:scale>
        <p:origin x="792" y="7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howGuides="1">
      <p:cViewPr varScale="1">
        <p:scale>
          <a:sx n="101" d="100"/>
          <a:sy n="101" d="100"/>
        </p:scale>
        <p:origin x="-2304" y="-10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solidFill>
                  <a:schemeClr val="tx1"/>
                </a:solidFill>
                <a:latin typeface="Lucida Grande" pitchFamily="-111" charset="0"/>
                <a:ea typeface="ヒラギノ角ゴ Pro W3" pitchFamily="-111" charset="-128"/>
                <a:cs typeface="ヒラギノ角ゴ Pro W3" pitchFamily="-111" charset="-128"/>
              </a:defRPr>
            </a:lvl1pPr>
          </a:lstStyle>
          <a:p>
            <a:pPr>
              <a:defRPr/>
            </a:pPr>
            <a:endParaRPr lang="de-DE" dirty="0">
              <a:latin typeface="Lucida Sans Unicode"/>
            </a:endParaRPr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  <a:latin typeface="Lucida Grande" pitchFamily="-111" charset="0"/>
                <a:ea typeface="ヒラギノ角ゴ Pro W3" pitchFamily="-111" charset="-128"/>
                <a:cs typeface="ヒラギノ角ゴ Pro W3" pitchFamily="-111" charset="-128"/>
              </a:defRPr>
            </a:lvl1pPr>
          </a:lstStyle>
          <a:p>
            <a:pPr>
              <a:defRPr/>
            </a:pPr>
            <a:fld id="{BC339963-249C-7240-9DBD-46399B928457}" type="datetime1">
              <a:rPr lang="de-DE" smtClean="0">
                <a:latin typeface="Lucida Sans Unicode"/>
              </a:rPr>
              <a:t>15.01.26</a:t>
            </a:fld>
            <a:endParaRPr lang="de-DE" dirty="0">
              <a:latin typeface="Lucida Sans Unicode"/>
            </a:endParaRPr>
          </a:p>
        </p:txBody>
      </p:sp>
      <p:sp>
        <p:nvSpPr>
          <p:cNvPr id="788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solidFill>
                  <a:schemeClr val="tx1"/>
                </a:solidFill>
                <a:latin typeface="Lucida Grande" pitchFamily="-111" charset="0"/>
                <a:ea typeface="ヒラギノ角ゴ Pro W3" pitchFamily="-111" charset="-128"/>
                <a:cs typeface="ヒラギノ角ゴ Pro W3" pitchFamily="-111" charset="-128"/>
              </a:defRPr>
            </a:lvl1pPr>
          </a:lstStyle>
          <a:p>
            <a:pPr>
              <a:defRPr/>
            </a:pPr>
            <a:endParaRPr lang="de-DE" dirty="0">
              <a:latin typeface="Lucida Sans Unicode"/>
            </a:endParaRPr>
          </a:p>
        </p:txBody>
      </p:sp>
      <p:sp>
        <p:nvSpPr>
          <p:cNvPr id="788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  <a:latin typeface="Lucida Grande" pitchFamily="-111" charset="0"/>
                <a:ea typeface="ヒラギノ角ゴ Pro W3" pitchFamily="-111" charset="-128"/>
                <a:cs typeface="ヒラギノ角ゴ Pro W3" pitchFamily="-111" charset="-128"/>
              </a:defRPr>
            </a:lvl1pPr>
          </a:lstStyle>
          <a:p>
            <a:pPr>
              <a:defRPr/>
            </a:pPr>
            <a:fld id="{EDE8FCEE-038B-0640-96CC-B32152B56CCE}" type="slidenum">
              <a:rPr lang="de-DE">
                <a:latin typeface="Lucida Sans Unicode"/>
              </a:rPr>
              <a:pPr>
                <a:defRPr/>
              </a:pPr>
              <a:t>‹#›</a:t>
            </a:fld>
            <a:endParaRPr lang="de-DE" dirty="0">
              <a:latin typeface="Lucida Sans Unicode"/>
            </a:endParaRPr>
          </a:p>
        </p:txBody>
      </p:sp>
    </p:spTree>
    <p:extLst>
      <p:ext uri="{BB962C8B-B14F-4D97-AF65-F5344CB8AC3E}">
        <p14:creationId xmlns:p14="http://schemas.microsoft.com/office/powerpoint/2010/main" val="299723646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solidFill>
                  <a:schemeClr val="tx1"/>
                </a:solidFill>
                <a:latin typeface="Lucida Sans Unicode"/>
                <a:ea typeface="ヒラギノ角ゴ Pro W3" pitchFamily="-111" charset="-128"/>
                <a:cs typeface="ヒラギノ角ゴ Pro W3" pitchFamily="-111" charset="-128"/>
              </a:defRPr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  <a:latin typeface="Lucida Sans Unicode"/>
                <a:ea typeface="ヒラギノ角ゴ Pro W3" pitchFamily="-111" charset="-128"/>
                <a:cs typeface="ヒラギノ角ゴ Pro W3" pitchFamily="-111" charset="-128"/>
              </a:defRPr>
            </a:lvl1pPr>
          </a:lstStyle>
          <a:p>
            <a:pPr>
              <a:defRPr/>
            </a:pPr>
            <a:fld id="{6664D261-04BA-7547-99A0-1F3D4B614F7F}" type="datetime1">
              <a:rPr lang="de-DE" smtClean="0"/>
              <a:t>15.01.26</a:t>
            </a:fld>
            <a:endParaRPr lang="de-DE" dirty="0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 dirty="0"/>
              <a:t>Mastertextformat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solidFill>
                  <a:schemeClr val="tx1"/>
                </a:solidFill>
                <a:latin typeface="Lucida Sans Unicode"/>
                <a:ea typeface="ヒラギノ角ゴ Pro W3" pitchFamily="-111" charset="-128"/>
                <a:cs typeface="ヒラギノ角ゴ Pro W3" pitchFamily="-111" charset="-128"/>
              </a:defRPr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  <a:latin typeface="Lucida Sans Unicode"/>
                <a:ea typeface="ヒラギノ角ゴ Pro W3" pitchFamily="-111" charset="-128"/>
                <a:cs typeface="ヒラギノ角ゴ Pro W3" pitchFamily="-111" charset="-128"/>
              </a:defRPr>
            </a:lvl1pPr>
          </a:lstStyle>
          <a:p>
            <a:pPr>
              <a:defRPr/>
            </a:pPr>
            <a:fld id="{1184DDCB-7D1B-CB4F-980B-B02904018ECE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46512909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Lucida Sans Unicode"/>
        <a:ea typeface="ＭＳ Ｐゴシック" pitchFamily="-111" charset="-128"/>
        <a:cs typeface="ＭＳ Ｐゴシック" pitchFamily="-111" charset="-128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Lucida Sans Unicode"/>
        <a:ea typeface="ＭＳ Ｐゴシック" pitchFamily="-111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Lucida Sans Unicode"/>
        <a:ea typeface="ＭＳ Ｐゴシック" pitchFamily="-111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Lucida Sans Unicode"/>
        <a:ea typeface="ＭＳ Ｐゴシック" pitchFamily="-111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Lucida Sans Unicode"/>
        <a:ea typeface="ＭＳ Ｐゴシック" pitchFamily="-111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rtragstitelvorschlag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ED478D9B-B69C-440B-AC17-F6BDA4A08E22}"/>
              </a:ext>
            </a:extLst>
          </p:cNvPr>
          <p:cNvSpPr/>
          <p:nvPr userDrawn="1"/>
        </p:nvSpPr>
        <p:spPr bwMode="auto">
          <a:xfrm>
            <a:off x="0" y="4156075"/>
            <a:ext cx="9144000" cy="995196"/>
          </a:xfrm>
          <a:prstGeom prst="rect">
            <a:avLst/>
          </a:prstGeom>
          <a:solidFill>
            <a:srgbClr val="0069B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400" b="0" i="0" u="none" strike="noStrike" cap="none" normalizeH="0" baseline="0">
              <a:ln>
                <a:noFill/>
              </a:ln>
              <a:solidFill>
                <a:srgbClr val="0069B4"/>
              </a:solidFill>
              <a:effectLst/>
              <a:latin typeface="Lucida Grande CY" pitchFamily="-111" charset="-52"/>
              <a:ea typeface="ヒラギノ角ゴ Pro W3" pitchFamily="-111" charset="-128"/>
              <a:cs typeface="ヒラギノ角ゴ Pro W3" pitchFamily="-111" charset="-128"/>
            </a:endParaRP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3EDC995C-A2A5-4B3D-8836-B33B6B3B3B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28572" y="339725"/>
            <a:ext cx="6086856" cy="2490216"/>
          </a:xfrm>
          <a:prstGeom prst="rect">
            <a:avLst/>
          </a:prstGeom>
        </p:spPr>
      </p:pic>
      <p:sp>
        <p:nvSpPr>
          <p:cNvPr id="5" name="Titel 1">
            <a:extLst>
              <a:ext uri="{FF2B5EF4-FFF2-40B4-BE49-F238E27FC236}">
                <a16:creationId xmlns:a16="http://schemas.microsoft.com/office/drawing/2014/main" id="{76818D53-5979-184D-A1B0-15B52208796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84219" y="4238175"/>
            <a:ext cx="4775561" cy="830996"/>
          </a:xfrm>
          <a:prstGeom prst="rect">
            <a:avLst/>
          </a:prstGeom>
        </p:spPr>
        <p:txBody>
          <a:bodyPr anchor="b"/>
          <a:lstStyle>
            <a:lvl1pPr algn="ctr">
              <a:defRPr sz="2400" b="1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</a:lstStyle>
          <a:p>
            <a:r>
              <a:rPr lang="de-DE" dirty="0"/>
              <a:t>Mastertitelformat bearbeiten</a:t>
            </a:r>
            <a:br>
              <a:rPr lang="de-DE" dirty="0"/>
            </a:br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rtragstitelvorschlag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72E3124-A01B-4DB9-8DF1-CFAE99957207}"/>
              </a:ext>
            </a:extLst>
          </p:cNvPr>
          <p:cNvSpPr/>
          <p:nvPr userDrawn="1"/>
        </p:nvSpPr>
        <p:spPr bwMode="auto">
          <a:xfrm>
            <a:off x="0" y="4156075"/>
            <a:ext cx="9144000" cy="995196"/>
          </a:xfrm>
          <a:prstGeom prst="rect">
            <a:avLst/>
          </a:prstGeom>
          <a:solidFill>
            <a:srgbClr val="0069B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Lucida Grande CY" pitchFamily="-111" charset="-52"/>
              <a:ea typeface="ヒラギノ角ゴ Pro W3" pitchFamily="-111" charset="-128"/>
              <a:cs typeface="ヒラギノ角ゴ Pro W3" pitchFamily="-111" charset="-128"/>
            </a:endParaRPr>
          </a:p>
        </p:txBody>
      </p:sp>
      <p:pic>
        <p:nvPicPr>
          <p:cNvPr id="18" name="Grafik 17">
            <a:extLst>
              <a:ext uri="{FF2B5EF4-FFF2-40B4-BE49-F238E27FC236}">
                <a16:creationId xmlns:a16="http://schemas.microsoft.com/office/drawing/2014/main" id="{D96FF181-47AF-4599-938E-7ACA466B16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9552" y="267494"/>
            <a:ext cx="4556991" cy="1224804"/>
          </a:xfrm>
          <a:prstGeom prst="rect">
            <a:avLst/>
          </a:prstGeom>
        </p:spPr>
      </p:pic>
      <p:sp>
        <p:nvSpPr>
          <p:cNvPr id="9" name="Titel 4">
            <a:extLst>
              <a:ext uri="{FF2B5EF4-FFF2-40B4-BE49-F238E27FC236}">
                <a16:creationId xmlns:a16="http://schemas.microsoft.com/office/drawing/2014/main" id="{B63726E3-A5E8-8143-BCDB-FF61F9913A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552" y="2914975"/>
            <a:ext cx="5598566" cy="1241100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defRPr sz="2400" b="1">
                <a:solidFill>
                  <a:srgbClr val="0069B4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</a:lstStyle>
          <a:p>
            <a:r>
              <a:rPr lang="de-DE" dirty="0"/>
              <a:t>Mastertitelformat bearbeiten</a:t>
            </a:r>
            <a:br>
              <a:rPr lang="de-DE" dirty="0"/>
            </a:br>
            <a:br>
              <a:rPr lang="de-DE" dirty="0"/>
            </a:br>
            <a:endParaRPr lang="de-DE" dirty="0"/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1C154660-DA9F-4C43-BF0D-C33A4F51E78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5536" y="4300538"/>
            <a:ext cx="5599113" cy="647700"/>
          </a:xfrm>
          <a:prstGeom prst="rect">
            <a:avLst/>
          </a:prstGeom>
        </p:spPr>
        <p:txBody>
          <a:bodyPr lIns="0" tIns="46800" anchor="t"/>
          <a:lstStyle>
            <a:lvl1pPr marL="217884" indent="0" algn="l">
              <a:buNone/>
              <a:defRPr sz="160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pografie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B3821107-62A8-9348-898E-8DB391EA544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11186" y="4325931"/>
            <a:ext cx="1872582" cy="766099"/>
          </a:xfrm>
          <a:prstGeom prst="rect">
            <a:avLst/>
          </a:prstGeom>
        </p:spPr>
      </p:pic>
      <p:sp>
        <p:nvSpPr>
          <p:cNvPr id="5" name="Titel 4">
            <a:extLst>
              <a:ext uri="{FF2B5EF4-FFF2-40B4-BE49-F238E27FC236}">
                <a16:creationId xmlns:a16="http://schemas.microsoft.com/office/drawing/2014/main" id="{6E1BCEE5-8A3B-6249-A068-DF1AB73F4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9"/>
            <a:ext cx="7886700" cy="491808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defRPr sz="2400">
                <a:solidFill>
                  <a:srgbClr val="0069B4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9F2C65C3-B61D-D943-86C3-C9382715B6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6424" y="915566"/>
            <a:ext cx="7908925" cy="3096344"/>
          </a:xfrm>
          <a:prstGeom prst="rect">
            <a:avLst/>
          </a:prstGeom>
        </p:spPr>
        <p:txBody>
          <a:bodyPr lIns="0"/>
          <a:lstStyle>
            <a:lvl1pPr marL="503634" indent="-285750">
              <a:buSzPct val="13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1pPr>
            <a:lvl3pPr>
              <a:buSzPct val="150000"/>
              <a:defRPr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 dirty="0"/>
          </a:p>
        </p:txBody>
      </p:sp>
      <p:sp>
        <p:nvSpPr>
          <p:cNvPr id="13" name="Textplatzhalter 3">
            <a:extLst>
              <a:ext uri="{FF2B5EF4-FFF2-40B4-BE49-F238E27FC236}">
                <a16:creationId xmlns:a16="http://schemas.microsoft.com/office/drawing/2014/main" id="{334C1BF4-CCB3-F84A-B609-15DDAC107D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83112" y="4083918"/>
            <a:ext cx="3932237" cy="22631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10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21" name="Gerade Verbindung 20">
            <a:extLst>
              <a:ext uri="{FF2B5EF4-FFF2-40B4-BE49-F238E27FC236}">
                <a16:creationId xmlns:a16="http://schemas.microsoft.com/office/drawing/2014/main" id="{C19394B9-F92B-DF44-B40C-6BD8CFBFCE2B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0" y="4299942"/>
            <a:ext cx="925252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ellenplatzhalter 4"/>
          <p:cNvSpPr>
            <a:spLocks noGrp="1"/>
          </p:cNvSpPr>
          <p:nvPr>
            <p:ph type="tbl" sz="quarter" idx="10"/>
          </p:nvPr>
        </p:nvSpPr>
        <p:spPr>
          <a:xfrm>
            <a:off x="604840" y="857251"/>
            <a:ext cx="7932737" cy="315466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>
              <a:buFontTx/>
              <a:buNone/>
              <a:defRPr sz="900">
                <a:solidFill>
                  <a:schemeClr val="tx1"/>
                </a:solidFill>
                <a:latin typeface="Lucida Sans Unicode"/>
              </a:defRPr>
            </a:lvl1pPr>
          </a:lstStyle>
          <a:p>
            <a:r>
              <a:rPr lang="en-GB"/>
              <a:t>Click icon to add table</a:t>
            </a:r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C01A10A2-F770-7B42-9389-8640FCD471F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11186" y="4325931"/>
            <a:ext cx="1872582" cy="766099"/>
          </a:xfrm>
          <a:prstGeom prst="rect">
            <a:avLst/>
          </a:prstGeom>
        </p:spPr>
      </p:pic>
      <p:sp>
        <p:nvSpPr>
          <p:cNvPr id="8" name="Textplatzhalter 3">
            <a:extLst>
              <a:ext uri="{FF2B5EF4-FFF2-40B4-BE49-F238E27FC236}">
                <a16:creationId xmlns:a16="http://schemas.microsoft.com/office/drawing/2014/main" id="{5B737B89-927A-E04E-9B96-391C194B40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83112" y="4083918"/>
            <a:ext cx="3932237" cy="22631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10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9" name="Gerade Verbindung 8">
            <a:extLst>
              <a:ext uri="{FF2B5EF4-FFF2-40B4-BE49-F238E27FC236}">
                <a16:creationId xmlns:a16="http://schemas.microsoft.com/office/drawing/2014/main" id="{9D83A365-4881-204B-B09E-B701EEBEE25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0" y="4299942"/>
            <a:ext cx="925252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itel 4">
            <a:extLst>
              <a:ext uri="{FF2B5EF4-FFF2-40B4-BE49-F238E27FC236}">
                <a16:creationId xmlns:a16="http://schemas.microsoft.com/office/drawing/2014/main" id="{23923F25-F5F9-714E-BE21-4D3272A96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9"/>
            <a:ext cx="7886700" cy="491808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defRPr sz="2400">
                <a:solidFill>
                  <a:srgbClr val="0069B4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de-DE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Einspaltigem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8">
            <a:extLst>
              <a:ext uri="{FF2B5EF4-FFF2-40B4-BE49-F238E27FC236}">
                <a16:creationId xmlns:a16="http://schemas.microsoft.com/office/drawing/2014/main" id="{120B8290-CF85-4E59-AE09-D198709485F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5404" y="987574"/>
            <a:ext cx="2516734" cy="2952328"/>
          </a:xfrm>
          <a:prstGeom prst="rect">
            <a:avLst/>
          </a:prstGeom>
          <a:solidFill>
            <a:schemeClr val="bg2">
              <a:alpha val="50000"/>
            </a:schemeClr>
          </a:solidFill>
        </p:spPr>
        <p:txBody>
          <a:bodyPr vert="horz"/>
          <a:lstStyle>
            <a:lvl1pPr>
              <a:defRPr>
                <a:latin typeface="Lucida Sans Unicode"/>
              </a:defRPr>
            </a:lvl1pPr>
          </a:lstStyle>
          <a:p>
            <a:r>
              <a:rPr lang="en-GB"/>
              <a:t>Click icon to add picture</a:t>
            </a: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7E54D5B-31AA-524C-8903-AE3DE68A94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11186" y="4325931"/>
            <a:ext cx="1872582" cy="766099"/>
          </a:xfrm>
          <a:prstGeom prst="rect">
            <a:avLst/>
          </a:prstGeom>
        </p:spPr>
      </p:pic>
      <p:sp>
        <p:nvSpPr>
          <p:cNvPr id="7" name="Textplatzhalter 3">
            <a:extLst>
              <a:ext uri="{FF2B5EF4-FFF2-40B4-BE49-F238E27FC236}">
                <a16:creationId xmlns:a16="http://schemas.microsoft.com/office/drawing/2014/main" id="{FCF01B6C-0F7F-554C-90E2-5E4E2F8BA2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83112" y="4083918"/>
            <a:ext cx="3932237" cy="22631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10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9" name="Gerade Verbindung 8">
            <a:extLst>
              <a:ext uri="{FF2B5EF4-FFF2-40B4-BE49-F238E27FC236}">
                <a16:creationId xmlns:a16="http://schemas.microsoft.com/office/drawing/2014/main" id="{FEEC1A39-CA57-0645-9390-575C51E9BBC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0" y="4299942"/>
            <a:ext cx="925252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18AEF59B-652F-BC44-910C-799F005380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19872" y="1004046"/>
            <a:ext cx="5108724" cy="2935855"/>
          </a:xfrm>
          <a:prstGeom prst="rect">
            <a:avLst/>
          </a:prstGeom>
        </p:spPr>
        <p:txBody>
          <a:bodyPr lIns="0"/>
          <a:lstStyle>
            <a:lvl1pPr marL="503634" indent="-285750">
              <a:buSzPct val="13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1pPr>
            <a:lvl3pPr>
              <a:buSzPct val="150000"/>
              <a:defRPr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 dirty="0"/>
          </a:p>
        </p:txBody>
      </p:sp>
      <p:sp>
        <p:nvSpPr>
          <p:cNvPr id="11" name="Titel 4">
            <a:extLst>
              <a:ext uri="{FF2B5EF4-FFF2-40B4-BE49-F238E27FC236}">
                <a16:creationId xmlns:a16="http://schemas.microsoft.com/office/drawing/2014/main" id="{B7B210FD-2C19-7947-974D-21537A758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9"/>
            <a:ext cx="7886700" cy="491808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defRPr sz="2400">
                <a:solidFill>
                  <a:srgbClr val="0069B4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de-DE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spaltiges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/>
          <p:cNvSpPr>
            <a:spLocks noGrp="1"/>
          </p:cNvSpPr>
          <p:nvPr>
            <p:ph type="pic" sz="quarter" idx="12"/>
          </p:nvPr>
        </p:nvSpPr>
        <p:spPr>
          <a:xfrm>
            <a:off x="604837" y="1004046"/>
            <a:ext cx="5191125" cy="2935854"/>
          </a:xfrm>
          <a:prstGeom prst="rect">
            <a:avLst/>
          </a:prstGeom>
          <a:solidFill>
            <a:schemeClr val="bg2">
              <a:alpha val="50000"/>
            </a:schemeClr>
          </a:solidFill>
        </p:spPr>
        <p:txBody>
          <a:bodyPr vert="horz"/>
          <a:lstStyle>
            <a:lvl1pPr>
              <a:defRPr>
                <a:latin typeface="Lucida Sans Unicode"/>
              </a:defRPr>
            </a:lvl1pPr>
          </a:lstStyle>
          <a:p>
            <a:r>
              <a:rPr lang="en-GB"/>
              <a:t>Click icon to add picture</a:t>
            </a: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5AFC46D-E1C8-7247-8C9F-F31A8D58E66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11186" y="4325931"/>
            <a:ext cx="1872582" cy="766099"/>
          </a:xfrm>
          <a:prstGeom prst="rect">
            <a:avLst/>
          </a:prstGeom>
        </p:spPr>
      </p:pic>
      <p:sp>
        <p:nvSpPr>
          <p:cNvPr id="7" name="Textplatzhalter 3">
            <a:extLst>
              <a:ext uri="{FF2B5EF4-FFF2-40B4-BE49-F238E27FC236}">
                <a16:creationId xmlns:a16="http://schemas.microsoft.com/office/drawing/2014/main" id="{957DCEC8-A068-1149-96C3-34DF5B753A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83112" y="4083918"/>
            <a:ext cx="3932237" cy="22631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10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8" name="Gerade Verbindung 7">
            <a:extLst>
              <a:ext uri="{FF2B5EF4-FFF2-40B4-BE49-F238E27FC236}">
                <a16:creationId xmlns:a16="http://schemas.microsoft.com/office/drawing/2014/main" id="{B91A419A-D674-2741-94DF-37FADE16C94C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0" y="4299942"/>
            <a:ext cx="925252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A61D2680-428A-E54E-B2BA-68A8090DE92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12160" y="1004046"/>
            <a:ext cx="2516436" cy="2935855"/>
          </a:xfrm>
          <a:prstGeom prst="rect">
            <a:avLst/>
          </a:prstGeom>
        </p:spPr>
        <p:txBody>
          <a:bodyPr lIns="0"/>
          <a:lstStyle>
            <a:lvl1pPr marL="503634" indent="-285750">
              <a:buSzPct val="13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1pPr>
            <a:lvl3pPr>
              <a:buSzPct val="150000"/>
              <a:defRPr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 dirty="0"/>
          </a:p>
        </p:txBody>
      </p:sp>
      <p:sp>
        <p:nvSpPr>
          <p:cNvPr id="12" name="Titel 4">
            <a:extLst>
              <a:ext uri="{FF2B5EF4-FFF2-40B4-BE49-F238E27FC236}">
                <a16:creationId xmlns:a16="http://schemas.microsoft.com/office/drawing/2014/main" id="{FE453C78-7C9C-CF40-B170-7C9B134E9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9"/>
            <a:ext cx="7886700" cy="491808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defRPr sz="2400">
                <a:solidFill>
                  <a:srgbClr val="0069B4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de-DE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erade Verbindung 28"/>
          <p:cNvCxnSpPr/>
          <p:nvPr/>
        </p:nvCxnSpPr>
        <p:spPr bwMode="auto">
          <a:xfrm>
            <a:off x="-990600" y="3258741"/>
            <a:ext cx="11220450" cy="1191"/>
          </a:xfrm>
          <a:prstGeom prst="line">
            <a:avLst/>
          </a:prstGeom>
          <a:ln>
            <a:solidFill>
              <a:schemeClr val="accent3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25"/>
          <p:cNvCxnSpPr/>
          <p:nvPr/>
        </p:nvCxnSpPr>
        <p:spPr bwMode="auto">
          <a:xfrm>
            <a:off x="-990600" y="1201341"/>
            <a:ext cx="11220450" cy="1191"/>
          </a:xfrm>
          <a:prstGeom prst="line">
            <a:avLst/>
          </a:prstGeom>
          <a:ln>
            <a:solidFill>
              <a:schemeClr val="accent3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27"/>
          <p:cNvCxnSpPr/>
          <p:nvPr/>
        </p:nvCxnSpPr>
        <p:spPr bwMode="auto">
          <a:xfrm>
            <a:off x="-900608" y="3363838"/>
            <a:ext cx="11220450" cy="1191"/>
          </a:xfrm>
          <a:prstGeom prst="line">
            <a:avLst/>
          </a:prstGeom>
          <a:ln>
            <a:solidFill>
              <a:schemeClr val="accent3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Gerade Verbindung 41"/>
          <p:cNvCxnSpPr/>
          <p:nvPr/>
        </p:nvCxnSpPr>
        <p:spPr bwMode="auto">
          <a:xfrm>
            <a:off x="-990600" y="3599259"/>
            <a:ext cx="11220450" cy="1191"/>
          </a:xfrm>
          <a:prstGeom prst="line">
            <a:avLst/>
          </a:prstGeom>
          <a:ln>
            <a:solidFill>
              <a:schemeClr val="accent3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14"/>
          <p:cNvCxnSpPr/>
          <p:nvPr/>
        </p:nvCxnSpPr>
        <p:spPr bwMode="auto">
          <a:xfrm>
            <a:off x="-990600" y="1884759"/>
            <a:ext cx="11220450" cy="1191"/>
          </a:xfrm>
          <a:prstGeom prst="line">
            <a:avLst/>
          </a:prstGeom>
          <a:ln>
            <a:solidFill>
              <a:schemeClr val="accent3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29"/>
          <p:cNvCxnSpPr/>
          <p:nvPr/>
        </p:nvCxnSpPr>
        <p:spPr bwMode="auto">
          <a:xfrm>
            <a:off x="-1404664" y="470132"/>
            <a:ext cx="11220450" cy="1191"/>
          </a:xfrm>
          <a:prstGeom prst="line">
            <a:avLst/>
          </a:prstGeom>
          <a:ln>
            <a:solidFill>
              <a:schemeClr val="accent3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25">
            <a:extLst>
              <a:ext uri="{FF2B5EF4-FFF2-40B4-BE49-F238E27FC236}">
                <a16:creationId xmlns:a16="http://schemas.microsoft.com/office/drawing/2014/main" id="{11651679-CC99-4664-A597-ACB41165A7DD}"/>
              </a:ext>
            </a:extLst>
          </p:cNvPr>
          <p:cNvCxnSpPr/>
          <p:nvPr userDrawn="1"/>
        </p:nvCxnSpPr>
        <p:spPr bwMode="auto">
          <a:xfrm>
            <a:off x="3635896" y="1364278"/>
            <a:ext cx="11220450" cy="1191"/>
          </a:xfrm>
          <a:prstGeom prst="line">
            <a:avLst/>
          </a:prstGeom>
          <a:ln>
            <a:solidFill>
              <a:schemeClr val="accent3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27">
            <a:extLst>
              <a:ext uri="{FF2B5EF4-FFF2-40B4-BE49-F238E27FC236}">
                <a16:creationId xmlns:a16="http://schemas.microsoft.com/office/drawing/2014/main" id="{E9775215-4E3B-4000-AC84-9B6070847206}"/>
              </a:ext>
            </a:extLst>
          </p:cNvPr>
          <p:cNvCxnSpPr/>
          <p:nvPr userDrawn="1"/>
        </p:nvCxnSpPr>
        <p:spPr bwMode="auto">
          <a:xfrm>
            <a:off x="3725888" y="3526775"/>
            <a:ext cx="11220450" cy="1191"/>
          </a:xfrm>
          <a:prstGeom prst="line">
            <a:avLst/>
          </a:prstGeom>
          <a:ln>
            <a:solidFill>
              <a:schemeClr val="accent3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8" r:id="rId2"/>
    <p:sldLayoutId id="2147483667" r:id="rId3"/>
    <p:sldLayoutId id="2147483670" r:id="rId4"/>
    <p:sldLayoutId id="2147483666" r:id="rId5"/>
    <p:sldLayoutId id="2147483671" r:id="rId6"/>
  </p:sldLayoutIdLst>
  <p:hf sldNum="0" hdr="0" ftr="0" dt="0"/>
  <p:txStyles>
    <p:titleStyle>
      <a:lvl1pPr algn="l" defTabSz="628650" rtl="0" eaLnBrk="1" fontAlgn="base" hangingPunct="1">
        <a:lnSpc>
          <a:spcPct val="120000"/>
        </a:lnSpc>
        <a:spcBef>
          <a:spcPct val="0"/>
        </a:spcBef>
        <a:spcAft>
          <a:spcPct val="0"/>
        </a:spcAft>
        <a:defRPr sz="975">
          <a:solidFill>
            <a:schemeClr val="tx1"/>
          </a:solidFill>
          <a:latin typeface="+mj-lt"/>
          <a:ea typeface="+mj-ea"/>
          <a:cs typeface="+mj-cs"/>
          <a:sym typeface="Lucida Grande" charset="0"/>
        </a:defRPr>
      </a:lvl1pPr>
      <a:lvl2pPr algn="l" defTabSz="628650" rtl="0" eaLnBrk="1" fontAlgn="base" hangingPunct="1">
        <a:lnSpc>
          <a:spcPct val="120000"/>
        </a:lnSpc>
        <a:spcBef>
          <a:spcPct val="0"/>
        </a:spcBef>
        <a:spcAft>
          <a:spcPct val="0"/>
        </a:spcAft>
        <a:defRPr sz="975">
          <a:solidFill>
            <a:schemeClr val="tx1"/>
          </a:solidFill>
          <a:latin typeface="Lucida Grande" pitchFamily="-111" charset="0"/>
          <a:ea typeface="ヒラギノ角ゴ Pro W3" pitchFamily="-111" charset="-128"/>
          <a:cs typeface="ヒラギノ角ゴ Pro W3" pitchFamily="-111" charset="-128"/>
          <a:sym typeface="Lucida Grande" charset="0"/>
        </a:defRPr>
      </a:lvl2pPr>
      <a:lvl3pPr algn="l" defTabSz="628650" rtl="0" eaLnBrk="1" fontAlgn="base" hangingPunct="1">
        <a:lnSpc>
          <a:spcPct val="120000"/>
        </a:lnSpc>
        <a:spcBef>
          <a:spcPct val="0"/>
        </a:spcBef>
        <a:spcAft>
          <a:spcPct val="0"/>
        </a:spcAft>
        <a:defRPr sz="975">
          <a:solidFill>
            <a:schemeClr val="tx1"/>
          </a:solidFill>
          <a:latin typeface="Lucida Grande" pitchFamily="-111" charset="0"/>
          <a:ea typeface="ヒラギノ角ゴ Pro W3" pitchFamily="-111" charset="-128"/>
          <a:cs typeface="ヒラギノ角ゴ Pro W3" pitchFamily="-111" charset="-128"/>
          <a:sym typeface="Lucida Grande" charset="0"/>
        </a:defRPr>
      </a:lvl3pPr>
      <a:lvl4pPr algn="l" defTabSz="628650" rtl="0" eaLnBrk="1" fontAlgn="base" hangingPunct="1">
        <a:lnSpc>
          <a:spcPct val="120000"/>
        </a:lnSpc>
        <a:spcBef>
          <a:spcPct val="0"/>
        </a:spcBef>
        <a:spcAft>
          <a:spcPct val="0"/>
        </a:spcAft>
        <a:defRPr sz="975">
          <a:solidFill>
            <a:schemeClr val="tx1"/>
          </a:solidFill>
          <a:latin typeface="Lucida Grande" pitchFamily="-111" charset="0"/>
          <a:ea typeface="ヒラギノ角ゴ Pro W3" pitchFamily="-111" charset="-128"/>
          <a:cs typeface="ヒラギノ角ゴ Pro W3" pitchFamily="-111" charset="-128"/>
          <a:sym typeface="Lucida Grande" charset="0"/>
        </a:defRPr>
      </a:lvl4pPr>
      <a:lvl5pPr algn="l" defTabSz="628650" rtl="0" eaLnBrk="1" fontAlgn="base" hangingPunct="1">
        <a:lnSpc>
          <a:spcPct val="120000"/>
        </a:lnSpc>
        <a:spcBef>
          <a:spcPct val="0"/>
        </a:spcBef>
        <a:spcAft>
          <a:spcPct val="0"/>
        </a:spcAft>
        <a:defRPr sz="975">
          <a:solidFill>
            <a:schemeClr val="tx1"/>
          </a:solidFill>
          <a:latin typeface="Lucida Grande" pitchFamily="-111" charset="0"/>
          <a:ea typeface="ヒラギノ角ゴ Pro W3" pitchFamily="-111" charset="-128"/>
          <a:cs typeface="ヒラギノ角ゴ Pro W3" pitchFamily="-111" charset="-128"/>
          <a:sym typeface="Lucida Grande" charset="0"/>
        </a:defRPr>
      </a:lvl5pPr>
      <a:lvl6pPr marL="342900" algn="l" defTabSz="628650" rtl="0" eaLnBrk="1" fontAlgn="base" hangingPunct="1">
        <a:lnSpc>
          <a:spcPct val="120000"/>
        </a:lnSpc>
        <a:spcBef>
          <a:spcPct val="0"/>
        </a:spcBef>
        <a:spcAft>
          <a:spcPct val="0"/>
        </a:spcAft>
        <a:defRPr sz="975">
          <a:solidFill>
            <a:schemeClr val="tx1"/>
          </a:solidFill>
          <a:latin typeface="Lucida Grande" pitchFamily="-111" charset="0"/>
          <a:ea typeface="ヒラギノ角ゴ Pro W3" pitchFamily="-111" charset="-128"/>
          <a:cs typeface="ヒラギノ角ゴ Pro W3" pitchFamily="-111" charset="-128"/>
          <a:sym typeface="Lucida Grande" pitchFamily="-111" charset="0"/>
        </a:defRPr>
      </a:lvl6pPr>
      <a:lvl7pPr marL="685800" algn="l" defTabSz="628650" rtl="0" eaLnBrk="1" fontAlgn="base" hangingPunct="1">
        <a:lnSpc>
          <a:spcPct val="120000"/>
        </a:lnSpc>
        <a:spcBef>
          <a:spcPct val="0"/>
        </a:spcBef>
        <a:spcAft>
          <a:spcPct val="0"/>
        </a:spcAft>
        <a:defRPr sz="975">
          <a:solidFill>
            <a:schemeClr val="tx1"/>
          </a:solidFill>
          <a:latin typeface="Lucida Grande" pitchFamily="-111" charset="0"/>
          <a:ea typeface="ヒラギノ角ゴ Pro W3" pitchFamily="-111" charset="-128"/>
          <a:cs typeface="ヒラギノ角ゴ Pro W3" pitchFamily="-111" charset="-128"/>
          <a:sym typeface="Lucida Grande" pitchFamily="-111" charset="0"/>
        </a:defRPr>
      </a:lvl7pPr>
      <a:lvl8pPr marL="1028700" algn="l" defTabSz="628650" rtl="0" eaLnBrk="1" fontAlgn="base" hangingPunct="1">
        <a:lnSpc>
          <a:spcPct val="120000"/>
        </a:lnSpc>
        <a:spcBef>
          <a:spcPct val="0"/>
        </a:spcBef>
        <a:spcAft>
          <a:spcPct val="0"/>
        </a:spcAft>
        <a:defRPr sz="975">
          <a:solidFill>
            <a:schemeClr val="tx1"/>
          </a:solidFill>
          <a:latin typeface="Lucida Grande" pitchFamily="-111" charset="0"/>
          <a:ea typeface="ヒラギノ角ゴ Pro W3" pitchFamily="-111" charset="-128"/>
          <a:cs typeface="ヒラギノ角ゴ Pro W3" pitchFamily="-111" charset="-128"/>
          <a:sym typeface="Lucida Grande" pitchFamily="-111" charset="0"/>
        </a:defRPr>
      </a:lvl8pPr>
      <a:lvl9pPr marL="1371600" algn="l" defTabSz="628650" rtl="0" eaLnBrk="1" fontAlgn="base" hangingPunct="1">
        <a:lnSpc>
          <a:spcPct val="120000"/>
        </a:lnSpc>
        <a:spcBef>
          <a:spcPct val="0"/>
        </a:spcBef>
        <a:spcAft>
          <a:spcPct val="0"/>
        </a:spcAft>
        <a:defRPr sz="975">
          <a:solidFill>
            <a:schemeClr val="tx1"/>
          </a:solidFill>
          <a:latin typeface="Lucida Grande" pitchFamily="-111" charset="0"/>
          <a:ea typeface="ヒラギノ角ゴ Pro W3" pitchFamily="-111" charset="-128"/>
          <a:cs typeface="ヒラギノ角ゴ Pro W3" pitchFamily="-111" charset="-128"/>
          <a:sym typeface="Lucida Grande" pitchFamily="-111" charset="0"/>
        </a:defRPr>
      </a:lvl9pPr>
    </p:titleStyle>
    <p:bodyStyle>
      <a:lvl1pPr marL="557213" indent="-339329" algn="l" defTabSz="628650" rtl="0" eaLnBrk="1" fontAlgn="base" hangingPunct="1">
        <a:spcBef>
          <a:spcPct val="0"/>
        </a:spcBef>
        <a:spcAft>
          <a:spcPct val="0"/>
        </a:spcAft>
        <a:buSzPct val="171000"/>
        <a:buFont typeface="Lucida Grande" charset="0"/>
        <a:buChar char="•"/>
        <a:defRPr sz="975">
          <a:solidFill>
            <a:schemeClr val="bg2"/>
          </a:solidFill>
          <a:latin typeface="+mn-lt"/>
          <a:ea typeface="+mn-ea"/>
          <a:cs typeface="+mn-cs"/>
          <a:sym typeface="Lucida Grande" charset="0"/>
        </a:defRPr>
      </a:lvl1pPr>
      <a:lvl2pPr marL="863204" indent="-339329" algn="l" defTabSz="628650" rtl="0" eaLnBrk="1" fontAlgn="base" hangingPunct="1">
        <a:spcBef>
          <a:spcPct val="0"/>
        </a:spcBef>
        <a:spcAft>
          <a:spcPct val="0"/>
        </a:spcAft>
        <a:buSzPct val="171000"/>
        <a:buFont typeface="Lucida Grande" charset="0"/>
        <a:buChar char="•"/>
        <a:defRPr sz="975">
          <a:solidFill>
            <a:schemeClr val="bg1"/>
          </a:solidFill>
          <a:latin typeface="+mn-lt"/>
          <a:ea typeface="+mn-ea"/>
          <a:cs typeface="+mn-cs"/>
          <a:sym typeface="Lucida Grande" charset="0"/>
        </a:defRPr>
      </a:lvl2pPr>
      <a:lvl3pPr marL="1169194" indent="-339329" algn="l" defTabSz="628650" rtl="0" eaLnBrk="1" fontAlgn="base" hangingPunct="1">
        <a:spcBef>
          <a:spcPct val="0"/>
        </a:spcBef>
        <a:spcAft>
          <a:spcPct val="0"/>
        </a:spcAft>
        <a:buSzPct val="171000"/>
        <a:buFont typeface="Lucida Grande" charset="0"/>
        <a:buChar char="•"/>
        <a:defRPr sz="975">
          <a:solidFill>
            <a:schemeClr val="bg1"/>
          </a:solidFill>
          <a:latin typeface="+mn-lt"/>
          <a:ea typeface="+mn-ea"/>
          <a:cs typeface="+mn-cs"/>
          <a:sym typeface="Lucida Grande" charset="0"/>
        </a:defRPr>
      </a:lvl3pPr>
      <a:lvl4pPr marL="1473994" indent="-339329" algn="l" defTabSz="628650" rtl="0" eaLnBrk="1" fontAlgn="base" hangingPunct="1">
        <a:spcBef>
          <a:spcPct val="0"/>
        </a:spcBef>
        <a:spcAft>
          <a:spcPct val="0"/>
        </a:spcAft>
        <a:buSzPct val="171000"/>
        <a:buFont typeface="Lucida Grande" charset="0"/>
        <a:buChar char="•"/>
        <a:defRPr sz="975">
          <a:solidFill>
            <a:schemeClr val="bg1"/>
          </a:solidFill>
          <a:latin typeface="+mn-lt"/>
          <a:ea typeface="+mn-ea"/>
          <a:cs typeface="+mn-cs"/>
          <a:sym typeface="Lucida Grande" charset="0"/>
        </a:defRPr>
      </a:lvl4pPr>
      <a:lvl5pPr marL="1779985" indent="-339329" algn="l" defTabSz="628650" rtl="0" eaLnBrk="1" fontAlgn="base" hangingPunct="1">
        <a:spcBef>
          <a:spcPct val="0"/>
        </a:spcBef>
        <a:spcAft>
          <a:spcPct val="0"/>
        </a:spcAft>
        <a:buSzPct val="171000"/>
        <a:buFont typeface="Lucida Grande" charset="0"/>
        <a:buChar char="•"/>
        <a:defRPr sz="975">
          <a:solidFill>
            <a:schemeClr val="bg1"/>
          </a:solidFill>
          <a:latin typeface="+mn-lt"/>
          <a:ea typeface="+mn-ea"/>
          <a:cs typeface="+mn-cs"/>
          <a:sym typeface="Lucida Grande" charset="0"/>
        </a:defRPr>
      </a:lvl5pPr>
      <a:lvl6pPr marL="2122885" indent="-339329" algn="l" defTabSz="628650" rtl="0" eaLnBrk="1" fontAlgn="base" hangingPunct="1">
        <a:spcBef>
          <a:spcPct val="0"/>
        </a:spcBef>
        <a:spcAft>
          <a:spcPct val="0"/>
        </a:spcAft>
        <a:buSzPct val="171000"/>
        <a:buFont typeface="Lucida Grande" pitchFamily="-111" charset="0"/>
        <a:buChar char="•"/>
        <a:defRPr sz="975">
          <a:solidFill>
            <a:schemeClr val="bg1"/>
          </a:solidFill>
          <a:latin typeface="+mn-lt"/>
          <a:ea typeface="+mn-ea"/>
          <a:cs typeface="+mn-cs"/>
          <a:sym typeface="Lucida Grande" pitchFamily="-111" charset="0"/>
        </a:defRPr>
      </a:lvl6pPr>
      <a:lvl7pPr marL="2465785" indent="-339329" algn="l" defTabSz="628650" rtl="0" eaLnBrk="1" fontAlgn="base" hangingPunct="1">
        <a:spcBef>
          <a:spcPct val="0"/>
        </a:spcBef>
        <a:spcAft>
          <a:spcPct val="0"/>
        </a:spcAft>
        <a:buSzPct val="171000"/>
        <a:buFont typeface="Lucida Grande" pitchFamily="-111" charset="0"/>
        <a:buChar char="•"/>
        <a:defRPr sz="975">
          <a:solidFill>
            <a:schemeClr val="bg1"/>
          </a:solidFill>
          <a:latin typeface="+mn-lt"/>
          <a:ea typeface="+mn-ea"/>
          <a:cs typeface="+mn-cs"/>
          <a:sym typeface="Lucida Grande" pitchFamily="-111" charset="0"/>
        </a:defRPr>
      </a:lvl7pPr>
      <a:lvl8pPr marL="2808685" indent="-339329" algn="l" defTabSz="628650" rtl="0" eaLnBrk="1" fontAlgn="base" hangingPunct="1">
        <a:spcBef>
          <a:spcPct val="0"/>
        </a:spcBef>
        <a:spcAft>
          <a:spcPct val="0"/>
        </a:spcAft>
        <a:buSzPct val="171000"/>
        <a:buFont typeface="Lucida Grande" pitchFamily="-111" charset="0"/>
        <a:buChar char="•"/>
        <a:defRPr sz="975">
          <a:solidFill>
            <a:schemeClr val="bg1"/>
          </a:solidFill>
          <a:latin typeface="+mn-lt"/>
          <a:ea typeface="+mn-ea"/>
          <a:cs typeface="+mn-cs"/>
          <a:sym typeface="Lucida Grande" pitchFamily="-111" charset="0"/>
        </a:defRPr>
      </a:lvl8pPr>
      <a:lvl9pPr marL="3151585" indent="-339329" algn="l" defTabSz="628650" rtl="0" eaLnBrk="1" fontAlgn="base" hangingPunct="1">
        <a:spcBef>
          <a:spcPct val="0"/>
        </a:spcBef>
        <a:spcAft>
          <a:spcPct val="0"/>
        </a:spcAft>
        <a:buSzPct val="171000"/>
        <a:buFont typeface="Lucida Grande" pitchFamily="-111" charset="0"/>
        <a:buChar char="•"/>
        <a:defRPr sz="975">
          <a:solidFill>
            <a:schemeClr val="bg1"/>
          </a:solidFill>
          <a:latin typeface="+mn-lt"/>
          <a:ea typeface="+mn-ea"/>
          <a:cs typeface="+mn-cs"/>
          <a:sym typeface="Lucida Grande" pitchFamily="-111" charset="0"/>
        </a:defRPr>
      </a:lvl9pPr>
    </p:bodyStyle>
    <p:otherStyle>
      <a:defPPr>
        <a:defRPr lang="de-DE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5" userDrawn="1">
          <p15:clr>
            <a:srgbClr val="F26B43"/>
          </p15:clr>
        </p15:guide>
        <p15:guide id="2" orient="horz" pos="2754" userDrawn="1">
          <p15:clr>
            <a:srgbClr val="F26B43"/>
          </p15:clr>
        </p15:guide>
        <p15:guide id="3" pos="5375" userDrawn="1">
          <p15:clr>
            <a:srgbClr val="F26B43"/>
          </p15:clr>
        </p15:guide>
        <p15:guide id="4" pos="3651" userDrawn="1">
          <p15:clr>
            <a:srgbClr val="F26B43"/>
          </p15:clr>
        </p15:guide>
        <p15:guide id="5" pos="2109" userDrawn="1">
          <p15:clr>
            <a:srgbClr val="F26B43"/>
          </p15:clr>
        </p15:guide>
        <p15:guide id="6" pos="1973" userDrawn="1">
          <p15:clr>
            <a:srgbClr val="F26B43"/>
          </p15:clr>
        </p15:guide>
        <p15:guide id="7" pos="3787" userDrawn="1">
          <p15:clr>
            <a:srgbClr val="F26B43"/>
          </p15:clr>
        </p15:guide>
        <p15:guide id="8" orient="horz" pos="214" userDrawn="1">
          <p15:clr>
            <a:srgbClr val="F26B43"/>
          </p15:clr>
        </p15:guide>
        <p15:guide id="9" orient="horz" pos="261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db.com/" TargetMode="External"/><Relationship Id="rId2" Type="http://schemas.openxmlformats.org/officeDocument/2006/relationships/hyperlink" Target="https://www.the-numbers.com/" TargetMode="Externa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trends.google.com/trend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7CAB1B-43A4-774C-BF1F-EE949BB81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3688" y="1563638"/>
            <a:ext cx="5832648" cy="1241100"/>
          </a:xfrm>
        </p:spPr>
        <p:txBody>
          <a:bodyPr/>
          <a:lstStyle/>
          <a:p>
            <a:pPr algn="ctr"/>
            <a:r>
              <a:rPr lang="en-GB" dirty="0"/>
              <a:t>Pre-Release Movie Success </a:t>
            </a:r>
            <a:r>
              <a:rPr lang="en-GB" noProof="0" dirty="0"/>
              <a:t>Analysis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3EF7B0D-0668-DA9B-FD4D-0A96F5B3EE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5536" y="4371950"/>
            <a:ext cx="5599113" cy="647700"/>
          </a:xfrm>
        </p:spPr>
        <p:txBody>
          <a:bodyPr/>
          <a:lstStyle/>
          <a:p>
            <a:r>
              <a:rPr lang="en-GB" dirty="0"/>
              <a:t>Kumar Sai Jonnala (</a:t>
            </a:r>
            <a:r>
              <a:rPr lang="en-GB" dirty="0" err="1"/>
              <a:t>kumar.jonnala@ovgu.de</a:t>
            </a:r>
            <a:r>
              <a:rPr lang="en-GB" dirty="0"/>
              <a:t>)</a:t>
            </a:r>
          </a:p>
          <a:p>
            <a:r>
              <a:rPr lang="en-GB" dirty="0"/>
              <a:t>Saptak Chakraborty (</a:t>
            </a:r>
            <a:r>
              <a:rPr lang="en-GB" dirty="0" err="1"/>
              <a:t>saptak.chakraborty@st.ovgu.de</a:t>
            </a:r>
            <a:r>
              <a:rPr lang="en-GB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011296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E0A476-FE06-254C-B6B4-3FD33CDB6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noProof="0" dirty="0"/>
              <a:t>Motivation: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20551E2-89F5-D747-8BFB-599ADCABA89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6425" y="843558"/>
            <a:ext cx="7908925" cy="2952328"/>
          </a:xfrm>
        </p:spPr>
        <p:txBody>
          <a:bodyPr/>
          <a:lstStyle/>
          <a:p>
            <a:pPr marL="217884" indent="0">
              <a:lnSpc>
                <a:spcPct val="150000"/>
              </a:lnSpc>
              <a:buNone/>
            </a:pPr>
            <a:endParaRPr lang="en-GB" b="1" dirty="0"/>
          </a:p>
          <a:p>
            <a:pPr marL="217884" indent="0">
              <a:lnSpc>
                <a:spcPct val="150000"/>
              </a:lnSpc>
              <a:buNone/>
            </a:pPr>
            <a:r>
              <a:rPr lang="en-GB" dirty="0"/>
              <a:t>The film industry is a high-risk, capital-intensive market:</a:t>
            </a:r>
          </a:p>
          <a:p>
            <a:pPr>
              <a:lnSpc>
                <a:spcPct val="150000"/>
              </a:lnSpc>
            </a:pPr>
            <a:r>
              <a:rPr lang="en-GB" dirty="0"/>
              <a:t>Studios invest </a:t>
            </a:r>
            <a:r>
              <a:rPr lang="en-GB" b="1" dirty="0"/>
              <a:t>$65–100 million</a:t>
            </a:r>
            <a:r>
              <a:rPr lang="en-GB" dirty="0"/>
              <a:t> per film on average</a:t>
            </a:r>
          </a:p>
          <a:p>
            <a:pPr>
              <a:lnSpc>
                <a:spcPct val="150000"/>
              </a:lnSpc>
            </a:pPr>
            <a:r>
              <a:rPr lang="en-GB" dirty="0"/>
              <a:t>Only </a:t>
            </a:r>
            <a:r>
              <a:rPr lang="en-GB" b="1" dirty="0"/>
              <a:t>40%</a:t>
            </a:r>
            <a:r>
              <a:rPr lang="en-GB" dirty="0"/>
              <a:t> of theatrical releases are profitable</a:t>
            </a:r>
          </a:p>
          <a:p>
            <a:pPr>
              <a:lnSpc>
                <a:spcPct val="150000"/>
              </a:lnSpc>
            </a:pPr>
            <a:r>
              <a:rPr lang="en-GB" dirty="0"/>
              <a:t>Industry losses: </a:t>
            </a:r>
            <a:r>
              <a:rPr lang="en-GB" b="1" dirty="0"/>
              <a:t>billions annually</a:t>
            </a:r>
            <a:r>
              <a:rPr lang="en-GB" dirty="0"/>
              <a:t> due to box office failures</a:t>
            </a:r>
          </a:p>
          <a:p>
            <a:pPr>
              <a:lnSpc>
                <a:spcPct val="150000"/>
              </a:lnSpc>
            </a:pPr>
            <a:r>
              <a:rPr lang="en-GB" b="1" dirty="0"/>
              <a:t>Better prediction = Better decisions = Reduced financial risk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18678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A9A09-2BC3-50FD-2D63-1FC6C8138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Methodology: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73F8A6-022F-0843-EE16-116FC620FED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6424" y="915566"/>
            <a:ext cx="7908925" cy="2736304"/>
          </a:xfrm>
        </p:spPr>
        <p:txBody>
          <a:bodyPr/>
          <a:lstStyle/>
          <a:p>
            <a:pPr marL="217884" indent="0">
              <a:lnSpc>
                <a:spcPct val="150000"/>
              </a:lnSpc>
              <a:buNone/>
            </a:pPr>
            <a:r>
              <a:rPr lang="en-GB" dirty="0"/>
              <a:t>To predict movie success before release with the help of machine learning, enabling:</a:t>
            </a:r>
          </a:p>
          <a:p>
            <a:pPr>
              <a:lnSpc>
                <a:spcPct val="150000"/>
              </a:lnSpc>
            </a:pPr>
            <a:r>
              <a:rPr lang="en-GB" dirty="0"/>
              <a:t>Data-driven greenlighting decisions</a:t>
            </a:r>
          </a:p>
          <a:p>
            <a:pPr>
              <a:lnSpc>
                <a:spcPct val="150000"/>
              </a:lnSpc>
            </a:pPr>
            <a:r>
              <a:rPr lang="en-GB" dirty="0"/>
              <a:t>Optimized marketing spend and release timing</a:t>
            </a:r>
          </a:p>
          <a:p>
            <a:pPr>
              <a:lnSpc>
                <a:spcPct val="150000"/>
              </a:lnSpc>
            </a:pPr>
            <a:r>
              <a:rPr lang="en-GB" dirty="0"/>
              <a:t>Early identification of high-risk projects</a:t>
            </a:r>
          </a:p>
          <a:p>
            <a:pPr>
              <a:lnSpc>
                <a:spcPct val="150000"/>
              </a:lnSpc>
            </a:pPr>
            <a:r>
              <a:rPr lang="en-GB" dirty="0"/>
              <a:t>Understanding which factors drive box office success</a:t>
            </a:r>
          </a:p>
        </p:txBody>
      </p:sp>
    </p:spTree>
    <p:extLst>
      <p:ext uri="{BB962C8B-B14F-4D97-AF65-F5344CB8AC3E}">
        <p14:creationId xmlns:p14="http://schemas.microsoft.com/office/powerpoint/2010/main" val="442415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447A67-DAEA-6A32-6831-0D4CC58CE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DA16C6-2F8A-0E4A-704B-B46870326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noProof="0" dirty="0"/>
              <a:t>Questions: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60F0106-8767-040F-9E8F-22750BDA7B7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6425" y="843558"/>
            <a:ext cx="7908925" cy="295232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GB" dirty="0"/>
              <a:t>Can we predict movie success (Hit vs Flop) using pre-release features?</a:t>
            </a:r>
          </a:p>
          <a:p>
            <a:pPr>
              <a:lnSpc>
                <a:spcPct val="150000"/>
              </a:lnSpc>
            </a:pPr>
            <a:r>
              <a:rPr lang="en-GB" dirty="0"/>
              <a:t>Which features are most important for predicting box office success?</a:t>
            </a:r>
          </a:p>
          <a:p>
            <a:pPr>
              <a:lnSpc>
                <a:spcPct val="150000"/>
              </a:lnSpc>
            </a:pPr>
            <a:r>
              <a:rPr lang="en-GB" dirty="0"/>
              <a:t>How do different machine learning algorithms compare for this classification task?</a:t>
            </a:r>
          </a:p>
        </p:txBody>
      </p:sp>
    </p:spTree>
    <p:extLst>
      <p:ext uri="{BB962C8B-B14F-4D97-AF65-F5344CB8AC3E}">
        <p14:creationId xmlns:p14="http://schemas.microsoft.com/office/powerpoint/2010/main" val="26166808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098AC-9CB2-E449-5FD6-BDD8D3B40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Datasets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3F49A6-8049-1EE5-E32A-CFDFD2D023D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6424" y="915566"/>
            <a:ext cx="7908925" cy="230425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GB" dirty="0"/>
              <a:t>The Numbers database: 6,000+ movies with budgets, revenues, release data, other features </a:t>
            </a:r>
          </a:p>
          <a:p>
            <a:pPr>
              <a:lnSpc>
                <a:spcPct val="150000"/>
              </a:lnSpc>
            </a:pPr>
            <a:r>
              <a:rPr lang="en-GB" dirty="0"/>
              <a:t>IMDB database: Cast &amp; Crew data</a:t>
            </a:r>
          </a:p>
          <a:p>
            <a:pPr>
              <a:lnSpc>
                <a:spcPct val="150000"/>
              </a:lnSpc>
            </a:pPr>
            <a:r>
              <a:rPr lang="en-GB" dirty="0"/>
              <a:t>Google Trends: Movie popularity and search interest </a:t>
            </a:r>
          </a:p>
          <a:p>
            <a:pPr>
              <a:lnSpc>
                <a:spcPct val="150000"/>
              </a:lnSpc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422240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8D6EE-EB74-71EB-EC76-7000E6824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23478"/>
            <a:ext cx="7886700" cy="491808"/>
          </a:xfrm>
        </p:spPr>
        <p:txBody>
          <a:bodyPr/>
          <a:lstStyle/>
          <a:p>
            <a:r>
              <a:rPr lang="en-GB" b="1" dirty="0"/>
              <a:t>Market and Data Insights: Data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94F7D5-B0AD-7CA5-51D9-E053732A9A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1347614"/>
            <a:ext cx="6328585" cy="2765132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D715F7-1502-D9E9-9461-2EF14104F3D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5159" y="672301"/>
            <a:ext cx="7908925" cy="49180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GB" dirty="0"/>
              <a:t>Movies collected by release year</a:t>
            </a:r>
          </a:p>
          <a:p>
            <a:pPr marL="217884" indent="0">
              <a:lnSpc>
                <a:spcPct val="150000"/>
              </a:lnSpc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00041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8A68A-2808-D945-06E6-3EF33D3A5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79AEE-246A-1779-562C-0CDCBF2C9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Market and Data Insights: Data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901309-8BBA-F5BC-D0B8-4D9027357F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664" y="1851670"/>
            <a:ext cx="5337874" cy="2209545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1D27CD-4F77-F8F0-BB4D-C6149034245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9785" y="836381"/>
            <a:ext cx="7908925" cy="49180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GB" dirty="0"/>
              <a:t>Budgets increased with time</a:t>
            </a:r>
          </a:p>
          <a:p>
            <a:pPr marL="217884" indent="0">
              <a:lnSpc>
                <a:spcPct val="150000"/>
              </a:lnSpc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461808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682A4-2FFA-FDFE-9AED-BBE8A04ED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Data Completeness &amp; Quality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6FE22D3-B4A7-050C-3638-472F7E55BB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720" y="1275606"/>
            <a:ext cx="4176464" cy="2996359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55DDF8-0C0A-66A6-D08F-475B0449A1C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9785" y="836381"/>
            <a:ext cx="7908925" cy="49180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GB" dirty="0"/>
              <a:t>Observed higher missing values in some columns</a:t>
            </a:r>
          </a:p>
          <a:p>
            <a:pPr marL="217884" indent="0">
              <a:lnSpc>
                <a:spcPct val="150000"/>
              </a:lnSpc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394720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DF938-D08D-E69C-9FC2-A7EC0B3A7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Budget vs Revenue &amp; ROI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EF425C-7070-EF86-359B-93DA46085C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2756" y="1419622"/>
            <a:ext cx="6478488" cy="2819091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E3A248-A921-6F17-F2F7-D91E02FED4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8650" y="766447"/>
            <a:ext cx="8430071" cy="49180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GB" dirty="0"/>
              <a:t>Higher budget generally generates more revenue but not necessarily success</a:t>
            </a:r>
          </a:p>
          <a:p>
            <a:pPr marL="217884" indent="0">
              <a:lnSpc>
                <a:spcPct val="150000"/>
              </a:lnSpc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02584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BD202-AE4F-570D-B5AC-036314D3C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Feature Correlation with Target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EC1D3D-128E-9C96-5065-2C274CD2D5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1265921"/>
            <a:ext cx="6552728" cy="2945816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288CBB-91A2-71C6-EC76-EBA21FE34F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8650" y="760616"/>
            <a:ext cx="8430071" cy="49180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GB" dirty="0"/>
              <a:t>Correlation with Target</a:t>
            </a:r>
          </a:p>
          <a:p>
            <a:pPr marL="217884" indent="0">
              <a:lnSpc>
                <a:spcPct val="150000"/>
              </a:lnSpc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296955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D9D46-BF48-D1EA-9108-82E58F703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Feature Engineering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1EA6DB-6DFA-9C65-CFFA-42B86FA83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866694"/>
            <a:ext cx="7772400" cy="3410112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E33ABD-393E-10D4-BFCA-E9F169BD249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8650" y="760616"/>
            <a:ext cx="6751661" cy="49180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GB" dirty="0"/>
              <a:t>Raw features -&gt; Transformations -&gt; Engineered Features</a:t>
            </a:r>
          </a:p>
          <a:p>
            <a:pPr marL="217884" indent="0">
              <a:lnSpc>
                <a:spcPct val="150000"/>
              </a:lnSpc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374665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47623-40E5-789A-5E6B-F88139AA6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Model Performance Comparison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D2B6E7-4A1C-8C1E-8733-0D7B4E4E52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1131590"/>
            <a:ext cx="7198568" cy="3131779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2C0702-BB3B-1971-374D-3E25839430A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8650" y="760616"/>
            <a:ext cx="6751661" cy="49180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GB" dirty="0"/>
              <a:t>Decision Tree vs Random Forest vs XG Boost </a:t>
            </a:r>
          </a:p>
          <a:p>
            <a:pPr marL="217884" indent="0">
              <a:lnSpc>
                <a:spcPct val="150000"/>
              </a:lnSpc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938127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A2AFE-E014-F993-7A02-4A511BAB6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Forward </a:t>
            </a:r>
            <a:r>
              <a:rPr lang="en-GB"/>
              <a:t>Feature selection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3A66EC-E918-1D92-AED8-6E35F9A2E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1252424"/>
            <a:ext cx="7630616" cy="2981957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BCB0DE-25DA-6832-4EFA-20A4FDB6BC9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8651" y="760616"/>
            <a:ext cx="4807446" cy="49180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GB" dirty="0"/>
              <a:t>Forward feature selection with XG Boost </a:t>
            </a:r>
          </a:p>
          <a:p>
            <a:pPr marL="217884" indent="0">
              <a:lnSpc>
                <a:spcPct val="150000"/>
              </a:lnSpc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14669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E8253-01D1-76DF-7CB9-2DE57194D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Feature Importance by Model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4835C2-43B0-544A-C8A9-5C77C43916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324" y="1851670"/>
            <a:ext cx="5614392" cy="23961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25DD4A-8D4F-71AB-E160-8B91FC6F245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8650" y="760616"/>
            <a:ext cx="7471741" cy="49180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GB" dirty="0"/>
              <a:t>XG boost gave higher importance to franchise</a:t>
            </a:r>
          </a:p>
          <a:p>
            <a:pPr>
              <a:lnSpc>
                <a:spcPct val="150000"/>
              </a:lnSpc>
            </a:pPr>
            <a:r>
              <a:rPr lang="en-GB" dirty="0"/>
              <a:t>Random forest is more distributed</a:t>
            </a:r>
          </a:p>
          <a:p>
            <a:pPr marL="217884" indent="0">
              <a:lnSpc>
                <a:spcPct val="150000"/>
              </a:lnSpc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164636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85AA9-9227-8435-C7B9-00A1532F3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ROC Curves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D93235-5A2D-5C1A-A344-EE164A75F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1267541"/>
            <a:ext cx="6984776" cy="293993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299C97-902A-68D7-7319-1468799D6D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8651" y="760616"/>
            <a:ext cx="4807446" cy="49180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GB" dirty="0"/>
              <a:t>XG Boost has higher AUC score </a:t>
            </a:r>
          </a:p>
          <a:p>
            <a:pPr marL="217884" indent="0">
              <a:lnSpc>
                <a:spcPct val="150000"/>
              </a:lnSpc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793241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6C966-AF33-2FD9-D9F9-159F57FBD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Movie Success Simulator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D008EA-8AD9-62E6-2321-A1EFC4B62A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727" y="915567"/>
            <a:ext cx="5090079" cy="3105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756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07105-43A9-5ED1-F295-526B83643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Key Takeaways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DA7439-F46D-681F-F027-053828776E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656" y="878179"/>
            <a:ext cx="5830416" cy="3387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5817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15887-A131-BC30-25E8-447FD2845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Limitations &amp; Future 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BAAC7F-281C-2620-C5C3-5B0FB164BD8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6424" y="915566"/>
            <a:ext cx="8142040" cy="309634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GB" dirty="0"/>
              <a:t>Data Scope: Limited to The Numbers dataset; may miss niche markets and may not be representative globally</a:t>
            </a:r>
          </a:p>
          <a:p>
            <a:pPr>
              <a:lnSpc>
                <a:spcPct val="150000"/>
              </a:lnSpc>
            </a:pPr>
            <a:r>
              <a:rPr lang="en-GB" dirty="0"/>
              <a:t>Feature Set: Only pre-release features; excludes social media sentiment</a:t>
            </a:r>
          </a:p>
          <a:p>
            <a:pPr>
              <a:lnSpc>
                <a:spcPct val="150000"/>
              </a:lnSpc>
            </a:pPr>
            <a:r>
              <a:rPr lang="en-GB" dirty="0"/>
              <a:t>Model Generalizability: Performance may vary across genres/markets</a:t>
            </a:r>
          </a:p>
          <a:p>
            <a:pPr>
              <a:lnSpc>
                <a:spcPct val="150000"/>
              </a:lnSpc>
            </a:pPr>
            <a:r>
              <a:rPr lang="en-GB" dirty="0"/>
              <a:t>Dynamic Market Factors: Unpredictable events like pandemics not modelled</a:t>
            </a:r>
          </a:p>
        </p:txBody>
      </p:sp>
    </p:spTree>
    <p:extLst>
      <p:ext uri="{BB962C8B-B14F-4D97-AF65-F5344CB8AC3E}">
        <p14:creationId xmlns:p14="http://schemas.microsoft.com/office/powerpoint/2010/main" val="14876359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E57D7-9CF2-CF79-27A6-255E17BB7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Dataset: 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3CEA74-6D5F-19FA-AC7A-5EA57B0C5F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>
                <a:hlinkClick r:id="rId2"/>
              </a:rPr>
              <a:t>https://www.the-numbers.com</a:t>
            </a:r>
            <a:endParaRPr lang="en-GB" dirty="0"/>
          </a:p>
          <a:p>
            <a:r>
              <a:rPr lang="en-GB" dirty="0">
                <a:hlinkClick r:id="rId3"/>
              </a:rPr>
              <a:t>https://www.imdb.com</a:t>
            </a:r>
            <a:endParaRPr lang="en-GB" dirty="0"/>
          </a:p>
          <a:p>
            <a:r>
              <a:rPr lang="en-GB" dirty="0">
                <a:hlinkClick r:id="rId4"/>
              </a:rPr>
              <a:t>https://trends.google.com/trends/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16044414"/>
      </p:ext>
    </p:extLst>
  </p:cSld>
  <p:clrMapOvr>
    <a:masterClrMapping/>
  </p:clrMapOvr>
</p:sld>
</file>

<file path=ppt/theme/theme1.xml><?xml version="1.0" encoding="utf-8"?>
<a:theme xmlns:a="http://schemas.openxmlformats.org/drawingml/2006/main" name="Ovgu_Allgemein">
  <a:themeElements>
    <a:clrScheme name="Benutzerdefiniert 26">
      <a:dk1>
        <a:srgbClr val="000000"/>
      </a:dk1>
      <a:lt1>
        <a:srgbClr val="FFFFFF"/>
      </a:lt1>
      <a:dk2>
        <a:srgbClr val="7A003F"/>
      </a:dk2>
      <a:lt2>
        <a:srgbClr val="5D8EA6"/>
      </a:lt2>
      <a:accent1>
        <a:srgbClr val="7A003F"/>
      </a:accent1>
      <a:accent2>
        <a:srgbClr val="002D5C"/>
      </a:accent2>
      <a:accent3>
        <a:srgbClr val="FFFFFF"/>
      </a:accent3>
      <a:accent4>
        <a:srgbClr val="000000"/>
      </a:accent4>
      <a:accent5>
        <a:srgbClr val="D0ABAB"/>
      </a:accent5>
      <a:accent6>
        <a:srgbClr val="5A2724"/>
      </a:accent6>
      <a:hlink>
        <a:srgbClr val="E6003A"/>
      </a:hlink>
      <a:folHlink>
        <a:srgbClr val="F39100"/>
      </a:folHlink>
    </a:clrScheme>
    <a:fontScheme name="Musterseite">
      <a:majorFont>
        <a:latin typeface="Lucida Grande"/>
        <a:ea typeface="ヒラギノ角ゴ Pro W3"/>
        <a:cs typeface="ヒラギノ角ゴ Pro W3"/>
      </a:majorFont>
      <a:minorFont>
        <a:latin typeface="Lucida Sans"/>
        <a:ea typeface="ヒラギノ角ゴ Pro W3"/>
        <a:cs typeface="ヒラギノ角ゴ Pro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A33316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Lucida Grande CY" pitchFamily="-111" charset="-52"/>
            <a:ea typeface="ヒラギノ角ゴ Pro W3" pitchFamily="-111" charset="-128"/>
            <a:cs typeface="ヒラギノ角ゴ Pro W3" pitchFamily="-111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A33316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Lucida Grande CY" pitchFamily="-111" charset="-52"/>
            <a:ea typeface="ヒラギノ角ゴ Pro W3" pitchFamily="-111" charset="-128"/>
            <a:cs typeface="ヒラギノ角ゴ Pro W3" pitchFamily="-111" charset="-128"/>
          </a:defRPr>
        </a:defPPr>
      </a:lstStyle>
    </a:lnDef>
  </a:objectDefaults>
  <a:extraClrSchemeLst>
    <a:extraClrScheme>
      <a:clrScheme name="Musterseite 1">
        <a:dk1>
          <a:srgbClr val="000000"/>
        </a:dk1>
        <a:lt1>
          <a:srgbClr val="FFFFFF"/>
        </a:lt1>
        <a:dk2>
          <a:srgbClr val="3C3C3C"/>
        </a:dk2>
        <a:lt2>
          <a:srgbClr val="808080"/>
        </a:lt2>
        <a:accent1>
          <a:srgbClr val="A7171A"/>
        </a:accent1>
        <a:accent2>
          <a:srgbClr val="642C29"/>
        </a:accent2>
        <a:accent3>
          <a:srgbClr val="FFFFFF"/>
        </a:accent3>
        <a:accent4>
          <a:srgbClr val="000000"/>
        </a:accent4>
        <a:accent5>
          <a:srgbClr val="D0ABAB"/>
        </a:accent5>
        <a:accent6>
          <a:srgbClr val="5A2724"/>
        </a:accent6>
        <a:hlink>
          <a:srgbClr val="C31924"/>
        </a:hlink>
        <a:folHlink>
          <a:srgbClr val="DBC14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FINF_16-9" id="{F29A1F8B-C7D4-774C-88C5-0D975F42959F}" vid="{A7C8DD4B-5BB2-1545-B239-4A3BF367FC63}"/>
    </a:ext>
  </a:extLst>
</a:theme>
</file>

<file path=ppt/theme/theme2.xml><?xml version="1.0" encoding="utf-8"?>
<a:theme xmlns:a="http://schemas.openxmlformats.org/drawingml/2006/main" name="Office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Ovgu_Allgemein</Template>
  <TotalTime>389</TotalTime>
  <Words>380</Words>
  <Application>Microsoft Macintosh PowerPoint</Application>
  <PresentationFormat>On-screen Show (16:9)</PresentationFormat>
  <Paragraphs>56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Lucida Grande</vt:lpstr>
      <vt:lpstr>Lucida Grande CY</vt:lpstr>
      <vt:lpstr>Lucida Sans Unicode</vt:lpstr>
      <vt:lpstr>Ovgu_Allgemein</vt:lpstr>
      <vt:lpstr>Pre-Release Movie Success Analysis</vt:lpstr>
      <vt:lpstr>Motivation:</vt:lpstr>
      <vt:lpstr>Methodology:</vt:lpstr>
      <vt:lpstr>Questions:</vt:lpstr>
      <vt:lpstr>Datasets</vt:lpstr>
      <vt:lpstr>Market and Data Insights: Data</vt:lpstr>
      <vt:lpstr>Market and Data Insights: Data</vt:lpstr>
      <vt:lpstr>Data Completeness &amp; Quality</vt:lpstr>
      <vt:lpstr>Budget vs Revenue &amp; ROI</vt:lpstr>
      <vt:lpstr>Feature Correlation with Target</vt:lpstr>
      <vt:lpstr>Feature Engineering</vt:lpstr>
      <vt:lpstr>Model Performance Comparison</vt:lpstr>
      <vt:lpstr>Forward Feature selection</vt:lpstr>
      <vt:lpstr>Feature Importance by Model</vt:lpstr>
      <vt:lpstr>ROC Curves </vt:lpstr>
      <vt:lpstr>Movie Success Simulator</vt:lpstr>
      <vt:lpstr>Key Takeaways</vt:lpstr>
      <vt:lpstr>Limitations &amp; Future Work</vt:lpstr>
      <vt:lpstr>Dataset: References</vt:lpstr>
    </vt:vector>
  </TitlesOfParts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Kumar J.</dc:creator>
  <cp:lastModifiedBy>Kumar J.</cp:lastModifiedBy>
  <cp:revision>16</cp:revision>
  <cp:lastPrinted>2009-04-03T10:08:54Z</cp:lastPrinted>
  <dcterms:created xsi:type="dcterms:W3CDTF">2026-01-14T17:55:15Z</dcterms:created>
  <dcterms:modified xsi:type="dcterms:W3CDTF">2026-01-15T22:08:00Z</dcterms:modified>
</cp:coreProperties>
</file>